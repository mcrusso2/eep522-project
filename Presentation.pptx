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13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48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7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9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44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13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4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3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0472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50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8614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29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9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22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95CFB-CFE5-4D7C-B757-5887A89C027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D6A0867-3671-4FE4-AA54-B7C68D4FC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15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urple light on gadgets">
            <a:extLst>
              <a:ext uri="{FF2B5EF4-FFF2-40B4-BE49-F238E27FC236}">
                <a16:creationId xmlns:a16="http://schemas.microsoft.com/office/drawing/2014/main" id="{7791E3FE-99F7-C21B-A490-48989FE94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34" r="8857" b="-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979D39-2168-6CA7-D939-8B910A01C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867" y="1678666"/>
            <a:ext cx="4088190" cy="2369093"/>
          </a:xfrm>
        </p:spPr>
        <p:txBody>
          <a:bodyPr>
            <a:normAutofit/>
          </a:bodyPr>
          <a:lstStyle/>
          <a:p>
            <a:r>
              <a:rPr lang="en-US" sz="4800" dirty="0"/>
              <a:t>Hands-Free MP3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C5277-26BB-0499-9197-E815D7101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35" y="4050831"/>
            <a:ext cx="4079721" cy="1096901"/>
          </a:xfrm>
        </p:spPr>
        <p:txBody>
          <a:bodyPr>
            <a:normAutofit/>
          </a:bodyPr>
          <a:lstStyle/>
          <a:p>
            <a:r>
              <a:rPr lang="en-US" sz="1600"/>
              <a:t>By:</a:t>
            </a:r>
          </a:p>
          <a:p>
            <a:r>
              <a:rPr lang="en-US" sz="1600"/>
              <a:t>Matthew Russo</a:t>
            </a:r>
          </a:p>
        </p:txBody>
      </p:sp>
    </p:spTree>
    <p:extLst>
      <p:ext uri="{BB962C8B-B14F-4D97-AF65-F5344CB8AC3E}">
        <p14:creationId xmlns:p14="http://schemas.microsoft.com/office/powerpoint/2010/main" val="229114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17AB-17BA-F0C3-0153-D3ED27E5D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DD720-97A0-074D-8F29-A664FC260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Personal goal: project with wireless feature</a:t>
            </a:r>
          </a:p>
          <a:p>
            <a:endParaRPr lang="en-US" sz="2800" dirty="0"/>
          </a:p>
          <a:p>
            <a:r>
              <a:rPr lang="en-US" sz="2800" dirty="0"/>
              <a:t>MP3 player to Bluetooth speaker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Use a gesture sensor to control a music player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Use Bluetooth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Control volume and playlist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41473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BA45-54D7-3954-757F-DE22FACE0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DB6D4-9C5B-603F-D478-18DAECABE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In </a:t>
            </a:r>
            <a:r>
              <a:rPr lang="en-US" sz="2800" dirty="0" err="1"/>
              <a:t>Assingment</a:t>
            </a:r>
            <a:r>
              <a:rPr lang="en-US" sz="2800" dirty="0"/>
              <a:t> 2, I looked at timers and GPIO IRQs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Wanted to know how to get them working and react on them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Learned how to use </a:t>
            </a:r>
            <a:r>
              <a:rPr lang="en-US" sz="2600" dirty="0" err="1"/>
              <a:t>WiringPi</a:t>
            </a:r>
            <a:r>
              <a:rPr lang="en-US" sz="2600" dirty="0"/>
              <a:t> (GPIO library)</a:t>
            </a:r>
          </a:p>
          <a:p>
            <a:endParaRPr lang="en-US" sz="2800" dirty="0"/>
          </a:p>
          <a:p>
            <a:r>
              <a:rPr lang="en-US" sz="2800" dirty="0"/>
              <a:t>While useful to learn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Not used in project…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Why is that?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66268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C16C-F027-DC65-348E-98B651763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A196C-CA5D-F885-32C8-010051663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Gesture sensor uses I2C – I knew this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No I2C IRQ in </a:t>
            </a:r>
            <a:r>
              <a:rPr lang="en-US" sz="2600" dirty="0" err="1"/>
              <a:t>wiringPi</a:t>
            </a:r>
            <a:r>
              <a:rPr lang="en-US" sz="2600" dirty="0"/>
              <a:t>– I did not know this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Exists in Pi chip, but not to OS level.</a:t>
            </a:r>
          </a:p>
          <a:p>
            <a:endParaRPr lang="en-US" sz="2800" dirty="0"/>
          </a:p>
          <a:p>
            <a:r>
              <a:rPr lang="en-US" sz="2800" dirty="0"/>
              <a:t>I have experience working with STM32s, but that didn’t fully transfer over to working with Raspberry Pi OS (hence my surprise on the IRQ)</a:t>
            </a:r>
          </a:p>
        </p:txBody>
      </p:sp>
    </p:spTree>
    <p:extLst>
      <p:ext uri="{BB962C8B-B14F-4D97-AF65-F5344CB8AC3E}">
        <p14:creationId xmlns:p14="http://schemas.microsoft.com/office/powerpoint/2010/main" val="1813335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3F126-F612-2AD2-3DD5-71E22DE32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Learned and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D821B-7062-3762-BE33-7D8E8A04C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1"/>
            <a:ext cx="8596668" cy="4593562"/>
          </a:xfrm>
        </p:spPr>
        <p:txBody>
          <a:bodyPr>
            <a:normAutofit/>
          </a:bodyPr>
          <a:lstStyle/>
          <a:p>
            <a:r>
              <a:rPr lang="en-US" sz="2800" dirty="0"/>
              <a:t>Bluetooth control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 err="1"/>
              <a:t>Bluetoothctl</a:t>
            </a:r>
            <a:r>
              <a:rPr lang="en-US" sz="2600" dirty="0"/>
              <a:t> app is how I have my connection</a:t>
            </a:r>
          </a:p>
          <a:p>
            <a:pPr lvl="1"/>
            <a:endParaRPr lang="en-US" sz="2600" dirty="0"/>
          </a:p>
          <a:p>
            <a:r>
              <a:rPr lang="en-US" sz="2800" dirty="0"/>
              <a:t>Audio layers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ALSA, PCM, different factors into audio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Ex. </a:t>
            </a:r>
            <a:r>
              <a:rPr lang="en-US" sz="2600" dirty="0" err="1"/>
              <a:t>Amixer</a:t>
            </a:r>
            <a:r>
              <a:rPr lang="en-US" sz="2600" dirty="0"/>
              <a:t> can’t affect BT audio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Used </a:t>
            </a:r>
            <a:r>
              <a:rPr lang="en-US" sz="2600" dirty="0" err="1"/>
              <a:t>WirePlumber</a:t>
            </a:r>
            <a:r>
              <a:rPr lang="en-US" sz="2600" dirty="0"/>
              <a:t> for volume</a:t>
            </a:r>
          </a:p>
          <a:p>
            <a:pPr lvl="1"/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249052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48F1F-7CC5-03BF-3187-DD863C00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Learned and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255EA-3C67-A1C7-9D96-58D042BFE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Threads/Pipes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Because I’m using other tools (apps from the Pi), I had to learn how to call them in a C file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Calling those tools and grabbing the info from them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Super important for embedded – but still learning</a:t>
            </a:r>
          </a:p>
        </p:txBody>
      </p:sp>
    </p:spTree>
    <p:extLst>
      <p:ext uri="{BB962C8B-B14F-4D97-AF65-F5344CB8AC3E}">
        <p14:creationId xmlns:p14="http://schemas.microsoft.com/office/powerpoint/2010/main" val="2315778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7B5B-665F-556D-2BC2-A199E46D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Wishes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315A1-5B29-790B-533A-87EEF3E0A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Tuning of the gesture sensor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IT WORKS!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Not 100% reliable -_-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About 50 registers to tune</a:t>
            </a:r>
          </a:p>
          <a:p>
            <a:pPr lvl="1"/>
            <a:endParaRPr lang="en-US" sz="2600" dirty="0"/>
          </a:p>
          <a:p>
            <a:r>
              <a:rPr lang="en-US" sz="2800" dirty="0"/>
              <a:t>Screen Display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Could add screen to show playing song</a:t>
            </a:r>
          </a:p>
          <a:p>
            <a:pPr lvl="1"/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2400252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</TotalTime>
  <Words>249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Trebuchet MS</vt:lpstr>
      <vt:lpstr>Wingdings</vt:lpstr>
      <vt:lpstr>Wingdings 3</vt:lpstr>
      <vt:lpstr>Facet</vt:lpstr>
      <vt:lpstr>Hands-Free MP3</vt:lpstr>
      <vt:lpstr>Main Goal</vt:lpstr>
      <vt:lpstr>Characterization</vt:lpstr>
      <vt:lpstr>Characteristic Problems</vt:lpstr>
      <vt:lpstr>Learned and Learning</vt:lpstr>
      <vt:lpstr>Learned and Learning</vt:lpstr>
      <vt:lpstr>Future Wishes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mcrusso</dc:creator>
  <cp:lastModifiedBy>mcrusso</cp:lastModifiedBy>
  <cp:revision>2</cp:revision>
  <dcterms:created xsi:type="dcterms:W3CDTF">2026-03-11T00:11:04Z</dcterms:created>
  <dcterms:modified xsi:type="dcterms:W3CDTF">2026-03-11T02:43:41Z</dcterms:modified>
</cp:coreProperties>
</file>